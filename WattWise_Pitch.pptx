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WattWise is a home and hostel energy audit with an AI-written action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gap: people have a bill, not a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see it, test changes, get a ranked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never reaches the browser. Model name is set by environment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of the working app with default sample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key is read from the environment on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modelled estimates from default values,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pilot: real bills are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email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WattWise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your electricity goes, and which change to make first.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Manikanta, 3rd year EEE, Bonam Venkata Chalamyya Engineering College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 | Sustainability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cannot see what drives their bill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bill is one number. It does not show that the AC, water heater and always-on chargers may use most of it.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tips like "use LEDs" ignore what is actually in your home.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use means higher bills and higher CO₂, since the grid still runs largely on fossil fuels.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WattWise turns your appliance list into a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6F0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count, watts and hours. See daily kWh, monthly bill, yearly CO₂ and the solar size needed.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6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swaps like BLDC fans, LED lighting and inverter AC. Savings update instantly.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6F0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Gemini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ranks the three changes that save the most and explains why in plain language.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E6F0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page with the audit calculator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E6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on Cloud Run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keeps the API key server-side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35040" y="164592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0F3D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ranked plan as JSON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Flask, google-genai SDK, Docker, Google Cloud Run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in use</a:t>
            </a:r>
            <a:endParaRPr lang="en-US" sz="3000" dirty="0"/>
          </a:p>
        </p:txBody>
      </p:sp>
      <p:pic>
        <p:nvPicPr>
          <p:cNvPr id="3" name="Image 0" descr="/home/claude/d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691640" cy="3621024"/>
          </a:xfrm>
          <a:prstGeom prst="rect">
            <a:avLst/>
          </a:prstGeom>
        </p:spPr>
      </p:pic>
      <p:pic>
        <p:nvPicPr>
          <p:cNvPr id="4" name="Image 1" descr="/home/claude/d/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5486400" cy="18379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65176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audit for the sample home, 14.9 kWh a day and a ₹2,678 monthly bill. Right: savings after ticking every swap.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Gemini call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2834640"/>
          </a:xfrm>
          <a:prstGeom prst="roundRect">
            <a:avLst>
              <a:gd name="adj" fmla="val 2581"/>
            </a:avLst>
          </a:prstGeom>
          <a:solidFill>
            <a:srgbClr val="1421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589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client.models.generate_content(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contents=json.dumps(payload),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config=types.GenerateContentConfig(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system_instruction=SYSTEM,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response_mime_type="application/json",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temperature=0.3,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jsonify(json.loads(resp.text))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main.py: validates input, asks Gemini for a JSON plan, returns it to the browser. Full code and README are in the GitHub repo.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typical home could save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6F0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kWh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day, from 14.9 to 8.6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6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₹1,126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month at ₹6 per kWh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6F0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1,621 kg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per year, about 77 trees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home: 3 fans, 4 lights, 1 AC, fridge, TV, laptop, water heater, 3 chargers, with every swap applied. Assumes 0.71 kg CO₂ per kWh and 21 kg absorbed per tree a year.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photo of the electricity bill with Gemini and fill the audit automatically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tariffs and grid emission factors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and campus mode to compare rooms and blocks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small group of households to check the savings against real bills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builder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Manikanta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 student, Electrical and Electronics Engineering, Bonam Venkata Chalamyya Engineering College, Odalarevu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energy efficiency because it is where electrical engineering meets everyday household cost and emissions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WattWise with Python, Flask and the Gemini API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github.com/manikanta09tech/wattwise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2026-10-01T02:30:00Z</dcterms:created>
  <dcterms:modified xsi:type="dcterms:W3CDTF">2026-10-01T02:30:00Z</dcterms:modified>
</cp:coreProperties>
</file>